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Thirteen features. Five describe the company itself, from a single profile call: sector, region, size band, whether accounts are late, and age. Eight describe its borrowing behaviour, from the charge register — but only charges from OTHER lenders. Lloyds charges are the label and never appear as a feature. The strongest single signal is how recently the company last borrowed.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 ·  13 FEATURES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looks at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is measured as at 1 January 2021. Charges from Lloyds are excluded entirely — they are the label.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84464" y="457200"/>
            <a:ext cx="1060704" cy="1078992"/>
          </a:xfrm>
          <a:prstGeom prst="rect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84464" y="530352"/>
            <a:ext cx="1060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84464" y="969264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total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454896" y="457200"/>
            <a:ext cx="1060704" cy="1078992"/>
          </a:xfrm>
          <a:prstGeom prst="rect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454896" y="530352"/>
            <a:ext cx="1060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9454896" y="969264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625328" y="457200"/>
            <a:ext cx="1060704" cy="1078992"/>
          </a:xfrm>
          <a:prstGeom prst="rect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25328" y="530352"/>
            <a:ext cx="1060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0625328" y="969264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8311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3977640"/>
                <a:gridCol w="2450592"/>
                <a:gridCol w="2057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sector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Industry, as 1 of 21 SIC sections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C5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· SIC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8A968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 levels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region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Location, as 1 of 12 UK regions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C5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· postcode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8A968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 levels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account_type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band it files under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C5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· accounts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8A968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levels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accounts_overdue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filed 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C5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· accounts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C6B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-0.342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age_years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 since incorporation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C5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· created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C6B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-0.156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has_nonlloyds_charge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ever borrowed against assets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C6B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-0.086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nonlloyds_charges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charges from other lenders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C6B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+0.051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n_distinct_lenders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lenders have said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C6B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-0.121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yrs_since_nonlloyds_chg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 since the last charge  (strongest)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C6B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-0.356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n_charges_last_24m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Borrowing in the last two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C6B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-0.056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n_outstanding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 still open — encumbered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C6B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+0.037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n_satisfied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 repaid — proven repayer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C6B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+0.042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20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yrs_since_satisfaction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 since a facility was cleared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C6B6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-0.059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502920" y="5925312"/>
            <a:ext cx="11183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standardised logistic-regression coefficients, so magnitudes are comparable. A negative weight on “years since” means recent borrowing raises the score.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features</dc:title>
  <dc:subject>PptxGenJS Presentation</dc:subject>
  <dc:creator>Team 21</dc:creator>
  <cp:lastModifiedBy>Team 21</cp:lastModifiedBy>
  <cp:revision>1</cp:revision>
  <dcterms:created xsi:type="dcterms:W3CDTF">2026-08-31T06:27:50Z</dcterms:created>
  <dcterms:modified xsi:type="dcterms:W3CDTF">2026-08-31T06:27:50Z</dcterms:modified>
</cp:coreProperties>
</file>