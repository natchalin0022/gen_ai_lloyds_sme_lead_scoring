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side. Run occasionally: once to build, then quarterly to retrain. Five notebooks in numbered order; each writes the file the next one reads. Stage 4b is the label source (Lloyds-group charges). Notebook 3 is the only notebook not on the client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 ·  BUILD AND EVALUATE THE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6711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once, retrain quarterly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6711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occasionally — once to build, then quarterly to retrain. Each notebook writes the file the next one reads, so they only ever run in numbered order.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34656" y="502920"/>
            <a:ext cx="1298448" cy="1170432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34656" y="60350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568k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534656" y="10972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in the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961120" y="502920"/>
            <a:ext cx="1298448" cy="1170432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0" y="60350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361k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0972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the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table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387584" y="502920"/>
            <a:ext cx="1298448" cy="1170432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87584" y="60350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0387584" y="10972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1847088"/>
            <a:ext cx="11183112" cy="493776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" y="18470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company_raw/*.csv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557016" y="1847088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Companies House company lists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619488" y="184708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40" kern="0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1778508" y="2384298"/>
            <a:ext cx="155448" cy="105156"/>
          </a:xfrm>
          <a:prstGeom prst="triangl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532888"/>
            <a:ext cx="11183112" cy="932688"/>
          </a:xfrm>
          <a:prstGeom prst="rect">
            <a:avLst/>
          </a:prstGeom>
          <a:solidFill>
            <a:srgbClr val="F5F8F6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" y="27889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1_CompaniesHouse.ipynb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" y="30266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8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AND ASSEMBLE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00984" y="2660904"/>
            <a:ext cx="0" cy="676656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57016" y="2734056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Profile pull — nine fields per company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658100" y="2734056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Flag the SME population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557016" y="3008376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3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Charges + PSC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658100" y="3008376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4b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charges_history.csv</a:t>
            </a:r>
            <a:pPr indent="0" marL="0">
              <a:buNone/>
            </a:pPr>
            <a:r>
              <a:rPr lang="en-US" sz="1100" b="1" dirty="0">
                <a:solidFill>
                  <a:srgbClr val="A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← the LABEL source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rot="10800000">
            <a:off x="1778508" y="3509010"/>
            <a:ext cx="155448" cy="105156"/>
          </a:xfrm>
          <a:prstGeom prst="triangl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657600"/>
            <a:ext cx="11183112" cy="566928"/>
          </a:xfrm>
          <a:prstGeom prst="rect">
            <a:avLst/>
          </a:prstGeom>
          <a:solidFill>
            <a:srgbClr val="F5F8F6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" y="37307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2_GDELT.ipynb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" y="3968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8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MEDIA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00984" y="3785616"/>
            <a:ext cx="0" cy="310896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57016" y="3813048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5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Postcode → region  </a:t>
            </a:r>
            <a:pPr indent="0" marL="0"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required, a model feature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658100" y="3813048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3/4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Sector × region media index  </a:t>
            </a:r>
            <a:pPr indent="0" marL="0"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 the re-rank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 rot="10800000">
            <a:off x="1778508" y="4267962"/>
            <a:ext cx="155448" cy="105156"/>
          </a:xfrm>
          <a:prstGeom prst="triangl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416552"/>
            <a:ext cx="11183112" cy="566928"/>
          </a:xfrm>
          <a:prstGeom prst="rect">
            <a:avLst/>
          </a:prstGeom>
          <a:solidFill>
            <a:srgbClr val="F5F8F6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2376" y="44897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3_Flat_table.ipynb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22376" y="47274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8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TABLE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00984" y="4544568"/>
            <a:ext cx="0" cy="310896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57016" y="4572000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at </a:t>
            </a:r>
            <a:pPr indent="0" marL="0">
              <a:buNone/>
            </a:pPr>
            <a:r>
              <a:rPr lang="en-US" sz="1000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ASOF = 2021-01-01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plus the forward label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658100" y="4572000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API/flat_pot.csv</a:t>
            </a:r>
            <a:pPr indent="0" marL="0"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360,600 rows, 0.33% positive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 rot="10800000">
            <a:off x="1778508" y="5026914"/>
            <a:ext cx="155448" cy="105156"/>
          </a:xfrm>
          <a:prstGeom prst="triangl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5175504"/>
            <a:ext cx="11183112" cy="822960"/>
          </a:xfrm>
          <a:prstGeom prst="rect">
            <a:avLst/>
          </a:prstGeom>
          <a:solidFill>
            <a:srgbClr val="F5F8F6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22376" y="53766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4_model.ipynb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22376" y="56144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8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EVALUATE, SHIP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00984" y="5303520"/>
            <a:ext cx="0" cy="566928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557016" y="5321808"/>
            <a:ext cx="7891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</a:t>
            </a:r>
            <a:pPr indent="0" marL="0"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(primary)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XGBoost  ·  MLP </a:t>
            </a:r>
            <a:pPr indent="0" marL="0"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(comparators)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grid search, Precision@K, SHAP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557016" y="5596128"/>
            <a:ext cx="7891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on ALL rows  →  </a:t>
            </a:r>
            <a:pPr indent="0" marL="0">
              <a:buNone/>
            </a:pPr>
            <a:r>
              <a:rPr lang="en-US" sz="1000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Model/model.joblib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manifest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6144768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3 is the only one not on the client path: it builds the training table — a past ASOF plus a label — while notebook 5 builds the scoring table for today, from identical feature code.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2026-08-31T19:10:32Z</dcterms:created>
  <dcterms:modified xsi:type="dcterms:W3CDTF">2026-08-31T19:10:32Z</dcterms:modified>
</cp:coreProperties>
</file>