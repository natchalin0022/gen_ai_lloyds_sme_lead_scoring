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request per company returns nine fields. Five of them become model features: sector (from SIC), region (from postcode), age (from incorporation date), account type and accounts-overdue. The remaining eight of the model's thirteen features come from charge history. Three fields are captured but not currently used — they cost nothing extra and are what we would need to rebuild point-in-time size and filing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COMPANIES HOUSE REST API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call, nine fields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 to /company/{number} returns everything we need to describe a company — and supplies five of the model's thirteen features.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84464" y="502920"/>
            <a:ext cx="1060704" cy="117043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84464" y="603504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84464" y="109728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454896" y="502920"/>
            <a:ext cx="1060704" cy="117043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54896" y="603504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454896" y="109728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625328" y="502920"/>
            <a:ext cx="1060704" cy="117043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25328" y="603504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0625328" y="109728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model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47088"/>
          <a:ext cx="1118311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  <a:gridCol w="3776472"/>
                <a:gridCol w="2011680"/>
              </a:tblGrid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10" kern="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10" kern="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THE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10" kern="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GIVES 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10" kern="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sic_code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sic_codes[0]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— grouped into 21 sections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post_code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registered_office_address.postal_code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— mapped to 12 UK regions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date_of_creation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date_of_creation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age, and eligibility at cutoff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account_type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accounts.last_accounts.type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band — micro, small,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accounts_overdue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accounts.overdue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accounts are filed 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company_name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the RM is calling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company_status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968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company_status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Active, liquidation, dissolved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6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Held, unused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last_accounts_made_up_to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968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accounts.last_accounts.made_up_to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 the last accounts 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6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Held, unused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next_accounts_due_on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968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accounts.next_accounts.due_on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next accounts fall due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6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Held, unused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3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fields arrive in the same response at no extra cost. They are the raw material for rebuilding size and filing behaviour as it stood at the cutoff — the main improvement identified for future work.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1 - Companies House profile call</dc:title>
  <dc:subject>PptxGenJS Presentation</dc:subject>
  <dc:creator>Team 21</dc:creator>
  <cp:lastModifiedBy>Team 21</cp:lastModifiedBy>
  <cp:revision>1</cp:revision>
  <dcterms:created xsi:type="dcterms:W3CDTF">2026-08-31T02:41:06Z</dcterms:created>
  <dcterms:modified xsi:type="dcterms:W3CDTF">2026-08-31T02:41:06Z</dcterms:modified>
</cp:coreProperties>
</file>